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450" y="279350"/>
            <a:ext cx="762000" cy="762000"/>
          </a:xfrm>
          <a:prstGeom prst="rect">
            <a:avLst/>
          </a:prstGeom>
        </p:spPr>
      </p:pic>
      <p:pic>
        <p:nvPicPr>
          <p:cNvPr id="3" name="Image 1" descr="C:/Users/edeli/Desktop/sistema_finacieron/presentacion/img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049" y="279350"/>
            <a:ext cx="482501" cy="5587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5909" y="1108323"/>
            <a:ext cx="3052033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DEL ZULIA</a:t>
            </a:r>
            <a:endParaRPr lang="en-US" sz="1200" dirty="0"/>
          </a:p>
          <a:p>
            <a:pPr algn="ctr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EXPERIMENTAL DE CIENCIAS</a:t>
            </a:r>
            <a:endParaRPr lang="en-US" sz="1200" dirty="0"/>
          </a:p>
          <a:p>
            <a:pPr algn="ctr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DIVISIÓN DE PROGRAMAS ESPECIALES</a:t>
            </a:r>
            <a:endParaRPr lang="en-US" sz="1200" dirty="0"/>
          </a:p>
          <a:p>
            <a:pPr algn="ctr" indent="0" marL="0">
              <a:lnSpc>
                <a:spcPts val="192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LICENCIATURA EN COMPUTACIÓN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3619500" y="2248346"/>
            <a:ext cx="1905000" cy="190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597173" y="2406997"/>
            <a:ext cx="39496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SISTEMAS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3734797" y="2727573"/>
            <a:ext cx="1674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619500" y="3054400"/>
            <a:ext cx="1905000" cy="190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173361" y="3301901"/>
            <a:ext cx="797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876583" y="3473202"/>
            <a:ext cx="1390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221938" y="3669953"/>
            <a:ext cx="700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28109107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017761" y="3892153"/>
            <a:ext cx="11084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 II - 2026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729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79450"/>
            <a:ext cx="8585299" cy="223227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Identificar: entradas, procesos y salidas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seleccionado (resumen)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y Herramientas de Desarrollo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(DFD)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(DFD)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Entidad – Relación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(Diagrama E-R)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Entrada / Salida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de Pruebas al SI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que participó (soporte - minuta)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1526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→ PROCESOS → SALIDAS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2108150" cy="3772049"/>
          </a:xfrm>
          <a:prstGeom prst="roundRect">
            <a:avLst>
              <a:gd name="adj" fmla="val 2410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61800" y="1117550"/>
            <a:ext cx="194325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0851" y="1377702"/>
            <a:ext cx="1905149" cy="341590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producto (nombre, categoría, precio, stock mínimo)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cantidades (stock inicial, movimientos)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precio (VES o USD)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tipos de pago (efectivo BS/USD, pago móvil, tarjeta, bio-pago)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usuarios (credenciales)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compra/venta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del día (tasa BCV automática)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Movimientos de inventario (compras, ajustes, mermas, devoluciones)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39901" y="2773114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920901" y="1041350"/>
            <a:ext cx="3302198" cy="3772049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17368" y="1117550"/>
            <a:ext cx="31092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047851" y="1377702"/>
            <a:ext cx="3048298" cy="333717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existencia del producto e inventario suficiente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precio USD a bolívares (tasa BCV)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total de venta (subtotales + total)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tipo de pago (5 métodos, pagos mixtos VES/USD)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tasa BCV aplicada en la venta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inventario con auditoría de movimientos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factura (FAC-YYYYMMDD-NNN)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Autenticar usuarios con bcrypt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productos (crear, editar, eliminar)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inventario (compra, venta, merma, ajuste, devolución)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reporte diario consolidado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reporte a Excel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375499" y="2773114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56499" y="1041350"/>
            <a:ext cx="2108150" cy="3772049"/>
          </a:xfrm>
          <a:prstGeom prst="roundRect">
            <a:avLst>
              <a:gd name="adj" fmla="val 2410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38949" y="1117550"/>
            <a:ext cx="194325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1377702"/>
            <a:ext cx="1905149" cy="39810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Comprobante de venta: productos, precio BCV, tipo de pago, tasa aplicada, fecha/hora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detallada con formato FAC-YYYYMMDD-NNN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Inventarios actualizados por producto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diarios consolidados (ventas, movimientos, tasas)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exportable a Excel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ventas hoy, stock bajo, sin stock, tasa BCV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productos con alerta de stock bajo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completo de ventas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visuales de stock bajo / sin stock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650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SELECCIONADO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Seleccionada: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56866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Llorens Fábregas (II) (Modelo Cascada/Secuencial). Seleccionado por su estructura predecible para proyectos de mediana complejidad con requisitos predefinidos.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9350" y="1972866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Actual en el Abasto: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9350" y="2199531"/>
            <a:ext cx="4197400" cy="7703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Inexistencia de un control de inventario sistemático.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tiempo en cálculos manuales de conversión VES / USD.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 para auditar y controlar el total de las ventas diarias.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9350" y="3046065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y Desventajas: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9350" y="3272730"/>
            <a:ext cx="4197400" cy="7703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Gestión ordenada por fases secuenciales y requisitos estables.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Énfasis en diseño de BD para evitar fallas a largo plazo.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Feedback tardío del cliente (mitigado con un robusto plan de pruebas previo al despliegue).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del Ciclo de Vida Aplicadas: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67250" y="1356866"/>
            <a:ext cx="4281348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Requisitos: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necesidades: registro diario de ventas, alertas de stock bajo, cálculo bimonetario con tasa del día y actualización de inventario por compras.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7250" y="212734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Análisis y Diseño: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de los procesos manuales del abasto a un menú interactivo simple (CRUD de productos, facturación, tasa y reporte diario).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7250" y="271789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Construcción: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del esquema relacional de base de datos SQLite y codificación de las interfaces en PyQt6.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67250" y="3308449"/>
            <a:ext cx="4281348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Pruebas y Mantenimiento: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la conversión de monedas, registro contable correcto y monitoreo continuo de fallas en el local comercial.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42843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Y HERRAMIENTAS DE DESARROLLO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Lenguajes de Programación: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56866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&gt;=3.14: Desarrollo moderno, rápido, con tipado estático y alta legibilidad.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9350" y="1792932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Frontend / Backend: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9350" y="2032248"/>
            <a:ext cx="430077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PyQt6 (&gt;=6.11): Biblioteca industrial de interfaz gráfica de escritorio. Proporciona controles reactivos, layouts dinámicos y procesamiento multihilo.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9350" y="2648248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9350" y="2887563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Base de datos relacional ligera, embebida y de archivo único. No requiere administración de servidores externos.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9350" y="3298180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SQLModel (&gt;=0.0.38): ORM híbrido (hijo de Pydantic y SQLAlchemy) que unifica el tipado de Python con el esquema de tablas SQL.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48200" y="1117550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Apoyo e Integración: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48200" y="1344216"/>
            <a:ext cx="4216450" cy="97556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scraper-bcv: Consulta de tasas BCV del día en tiempo real.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bcrypt: Hasheo seguro y encriptación de claves de usuario.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openpyxl: Generación programática de informes en Excel.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pyqtgraph: Renderizado rápido de gráficos de ventas semanales.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48200" y="2395984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Compartidas y Calidad: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48200" y="2635300"/>
            <a:ext cx="430077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y pytest-qt (Pruebas unitarias/UI), Ruff (Linter) y Mypy (Tipos).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47300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0 (Contexto)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0_Contex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66" y="1041350"/>
            <a:ext cx="4525268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8417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074" y="1041350"/>
            <a:ext cx="319370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7219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(Gestión de Inventario)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1_Gestionar_Invent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423" y="1041350"/>
            <a:ext cx="427315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310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(Procesar Ventas)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2_Procesar_Ven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69" y="1041350"/>
            <a:ext cx="8208913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625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(Actualizar Tasa BCV)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3_Actualizar_Tasa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50" y="1506438"/>
            <a:ext cx="8585299" cy="2841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42747" y="195263"/>
            <a:ext cx="316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4229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(Generar Reportes)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5_Generar_Repor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50" y="1096566"/>
            <a:ext cx="8585299" cy="36614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5553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 DATOS - DFD: Nivel 2 (Gestionar Usuarios)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Nivel_2_6_Gestionar_Usuar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67" y="1041350"/>
            <a:ext cx="7979718" cy="377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487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ENTIDADES EXTERNAS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EN_E1_Administra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EN_E2_Vended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EN_E3_Clien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35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PROCESOS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P0_Sistema_Gestion_Inventario_Finanz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P1_Gestionar_Invent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P2_Procesar_Vent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35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PROCESOS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P3_Registrar_Comp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P4_Actualizar_Tasa_BC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P5_Generar_Repor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851100"/>
            <a:ext cx="4445050" cy="2140148"/>
          </a:xfrm>
          <a:prstGeom prst="rect">
            <a:avLst/>
          </a:prstGeom>
        </p:spPr>
      </p:pic>
      <p:pic>
        <p:nvPicPr>
          <p:cNvPr id="12" name="Image 4" descr="C:/Users/edeli/Desktop/sistema_finacieron/presentacion/img/P6_Gestionar_Usuari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2851100"/>
            <a:ext cx="4445050" cy="21401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4202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ALMACENES DE DATOS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AL_D1_Produc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AL_D2_Ven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AL_D3_Movimiento_Invent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4202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ALMACENES DE DATOS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AL_D4_Tasas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AL_D5_Repor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AL_D6_Usu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67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FLUJOS DE DATOS (1/2)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FD_FD1_Datos_de_Ven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FD_FD2_Datos_de_Invent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FD_FD3_Datos_de_Comp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38672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DFD – FLUJOS DE DATOS (2/2)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FD_FD4_Tasa_B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FD_FD5_Reportes_Generad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FD_FD6_Datos_de_Usu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781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ENTIDAD – RELACIÓN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iagrama_entidad_rel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937" y="1135707"/>
            <a:ext cx="3577977" cy="35833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25191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(E-R) — 1/2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B_PRODUC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DB_VEN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DB_VENTA_DETAL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851100"/>
            <a:ext cx="4445050" cy="2140148"/>
          </a:xfrm>
          <a:prstGeom prst="rect">
            <a:avLst/>
          </a:prstGeom>
        </p:spPr>
      </p:pic>
      <p:pic>
        <p:nvPicPr>
          <p:cNvPr id="12" name="Image 4" descr="C:/Users/edeli/Desktop/sistema_finacieron/presentacion/img/DB_MOV_INVENTARI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2851100"/>
            <a:ext cx="4445050" cy="21401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35752" y="1190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25191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(E-R) — 2/2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B_TASAS_CAMB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DB_USUARI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DB_REPORTES_DIARI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9778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ENTRADA / SALIDA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Entrada de Datos: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de Login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credenciales de usuario y restringe accesos no autorizados mediante bcrypt.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Producto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ingresar y editar códigos, nombres, categorías, precios bimonetarios y stock inicial de mercancía.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Venta / POS (Entrada):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interactivo donde se escanean productos, se introduce la tasa de cambio y se desglosa el monto cobrado por cada método de pago.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Salida (Informes y Consultas):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72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Pantalla de Inicio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con totales de venta en VES y USD, indicador reactivo de tasa BCV y gráfico dinámico de ventas semanales (pyqtgraph).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Stock Bajo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inventario resalta automáticamente en color de advertencia los productos con stock inferior al mínimo.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Cierre Diario en Excel (Salida):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y descarga de archivo de hoja de cálculo formateado con resúmenes por método de pago para control administrativo.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35453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SISTEMAS DE INFORMACIÓN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8585299" cy="7937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3163" y="1041350"/>
            <a:ext cx="0" cy="793700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926" y="1168301"/>
            <a:ext cx="844944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Funcionales (POS e Inventario):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Verificación completa del registro de ventas en bolívares y dólares, validando el cálculo exacto del cambio a entregar y el decremento inmediato en el almacén de stock.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9350" y="1911251"/>
            <a:ext cx="8585299" cy="7937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03163" y="1911251"/>
            <a:ext cx="0" cy="793700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926" y="2038201"/>
            <a:ext cx="844944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No Funcionales (Seguridad y Rendimiento):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Hasheo de contraseñas de usuarios con bcrypt para impedir lecturas en texto plano en la BD. Validación de tiempos de respuesta menores a 100ms en la UI ante búsquedas en caliente.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9350" y="2781151"/>
            <a:ext cx="8585299" cy="1024235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03163" y="2781151"/>
            <a:ext cx="0" cy="1024235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3926" y="2908102"/>
            <a:ext cx="844944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 y de UI Automatizadas (pytest):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3926" y="3138785"/>
            <a:ext cx="8283773" cy="565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la Suite: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172 tests unitarios ejecutados mediante integración continua.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Interfaz (pytest-qt):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36 pruebas automatizadas de UI que simulan las acciones físicas del cajero (tipeo, selección y clics) y validan que las pantallas reaccionen correctamente sin fallas.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204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3163" y="1041350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926" y="1168301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Correctivo (Resolución de fallas):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Implementación de bitácoras de logs automáticos localizadas en 'logs/'. Registra conexiones con el BCV y fallas internas del sistema PyQt6 para reparaciones inmediatas.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9350" y="2091184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03163" y="2091184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926" y="2218134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Adaptativo (Cambios del entorno):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Integración de Alembic para realizar migraciones de esquemas en la base de datos local SQLite, permitiendo agregar columnas y tablas en el futuro sin borrar las ventas anteriores.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7250" y="1041350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91063" y="1041350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1825" y="1168301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Perfectivo (Nuevas funcionalidades):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Planificación de mejoras del software como impresión de tickets en impresoras térmicas de 80mm y soporte de cuentas por pagar a proveedores.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7250" y="2091184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91063" y="2091184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1825" y="2218134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Preventivo (Protección de datos):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Copias de seguridad diarias del archivo físico único 'database/database.db' de manera automatizada hacia una unidad de almacenamiento externa o nube privada.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752" y="195263"/>
            <a:ext cx="3241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13565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del Proyecto: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Transaccional Bimonetaria: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resuelve la complejidad del cobro multimoneda en bolívares y dólares mediante consulta automática de la tasa BCV diaria.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Inventarios Rigurosa: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bitácora detallada de movimientos reduce pérdidas de stock inexplicables por merma.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Certificada en Código: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implementación de 172 pruebas garantiza robustez contable en producción.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para el Negocio: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7250" y="1344216"/>
            <a:ext cx="4197400" cy="16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 de Facturas Física: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soporte de tickeras de 80mm para entregar recibos rápidos en el POS.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Cuentas por Pagar: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control de deudas para gestionar compras a crédito de proveedores.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Centralización Sincronizada: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la base de datos a PostgreSQL en un servidor en la nube si el abasto se expande a múltiples tiendas físicas.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Financiero - Proyecto Final</dc:title>
  <dc:subject>PptxGenJS Presentation</dc:subject>
  <dc:creator>Hernández, Edelyn</dc:creator>
  <cp:lastModifiedBy>Hernández, Edelyn</cp:lastModifiedBy>
  <cp:revision>1</cp:revision>
  <dcterms:created xsi:type="dcterms:W3CDTF">2026-07-22T02:15:55Z</dcterms:created>
  <dcterms:modified xsi:type="dcterms:W3CDTF">2026-07-22T02:15:55Z</dcterms:modified>
</cp:coreProperties>
</file>