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65" r:id="rId4"/>
    <p:sldId id="274" r:id="rId5"/>
    <p:sldId id="266" r:id="rId6"/>
    <p:sldId id="258" r:id="rId7"/>
    <p:sldId id="267" r:id="rId8"/>
    <p:sldId id="268" r:id="rId9"/>
    <p:sldId id="269" r:id="rId10"/>
    <p:sldId id="270" r:id="rId11"/>
    <p:sldId id="271" r:id="rId12"/>
    <p:sldId id="272" r:id="rId13"/>
    <p:sldId id="27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3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50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814763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95952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352610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048371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833601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959592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57703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3152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V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363184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10566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464801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3B575-880D-49D2-8A82-DE0618B8EED9}" type="datetimeFigureOut">
              <a:rPr lang="es-VE" smtClean="0"/>
              <a:t>15/10/2025</a:t>
            </a:fld>
            <a:endParaRPr lang="es-V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V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09156-D94A-49C2-BCAF-F5C01C01892D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65367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Imagen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965" y="282653"/>
            <a:ext cx="1020690" cy="12461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ángulo 4"/>
          <p:cNvSpPr/>
          <p:nvPr/>
        </p:nvSpPr>
        <p:spPr>
          <a:xfrm>
            <a:off x="3214688" y="259255"/>
            <a:ext cx="512921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VE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UNIVERSIDAD DEL ZULIA           </a:t>
            </a:r>
            <a:endParaRPr lang="es-VE" sz="20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FACULTAD</a:t>
            </a:r>
            <a:r>
              <a:rPr lang="es-VE" sz="2000" spc="-15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EXPERIMENTAL</a:t>
            </a:r>
            <a:r>
              <a:rPr lang="es-VE" sz="2000" spc="-3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</a:t>
            </a:r>
            <a:r>
              <a:rPr lang="es-VE" sz="2000" spc="-2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0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CIENCIAS</a:t>
            </a:r>
          </a:p>
          <a:p>
            <a:pPr algn="ctr"/>
            <a:r>
              <a:rPr lang="es-VE" sz="2000" dirty="0" smtClean="0"/>
              <a:t>DIVISIÓN DE PROGRAMAS ESPECIALES</a:t>
            </a:r>
            <a:endParaRPr lang="en-US" sz="2000" dirty="0" smtClean="0"/>
          </a:p>
          <a:p>
            <a:pPr algn="ctr"/>
            <a:r>
              <a:rPr lang="es-VE" sz="2000" dirty="0" smtClean="0"/>
              <a:t>LICENCIATURA EN COMPUTACIÓN</a:t>
            </a:r>
            <a:endParaRPr lang="es-VE" sz="2000" dirty="0"/>
          </a:p>
        </p:txBody>
      </p:sp>
      <p:sp>
        <p:nvSpPr>
          <p:cNvPr id="8" name="Rectángulo 7"/>
          <p:cNvSpPr/>
          <p:nvPr/>
        </p:nvSpPr>
        <p:spPr>
          <a:xfrm>
            <a:off x="1807593" y="2190371"/>
            <a:ext cx="851190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VE" sz="44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DESARROLLO DE SISTEMAS</a:t>
            </a:r>
          </a:p>
        </p:txBody>
      </p:sp>
      <p:sp>
        <p:nvSpPr>
          <p:cNvPr id="6" name="Rectángulo 5"/>
          <p:cNvSpPr/>
          <p:nvPr/>
        </p:nvSpPr>
        <p:spPr>
          <a:xfrm>
            <a:off x="4703662" y="3651566"/>
            <a:ext cx="29198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Sistema Financiero</a:t>
            </a:r>
            <a:endParaRPr lang="es-VE" sz="2800" dirty="0"/>
          </a:p>
        </p:txBody>
      </p:sp>
      <p:sp>
        <p:nvSpPr>
          <p:cNvPr id="10" name="Rectángulo 9"/>
          <p:cNvSpPr/>
          <p:nvPr/>
        </p:nvSpPr>
        <p:spPr>
          <a:xfrm>
            <a:off x="5617328" y="6199063"/>
            <a:ext cx="16241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VE" sz="16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PERIODO</a:t>
            </a:r>
            <a:r>
              <a:rPr lang="es-VE" sz="1600" spc="-4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1600" spc="-4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II </a:t>
            </a:r>
            <a:r>
              <a:rPr lang="es-VE" sz="1600" spc="-4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- 2026</a:t>
            </a:r>
            <a:endParaRPr lang="es-VE" sz="1600" dirty="0"/>
          </a:p>
        </p:txBody>
      </p:sp>
      <p:sp>
        <p:nvSpPr>
          <p:cNvPr id="9" name="Rectángulo 8"/>
          <p:cNvSpPr/>
          <p:nvPr/>
        </p:nvSpPr>
        <p:spPr>
          <a:xfrm>
            <a:off x="21869" y="2926939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800" dirty="0" smtClean="0">
                <a:latin typeface="Verdana" panose="020B0604030504040204" pitchFamily="34" charset="0"/>
                <a:ea typeface="Verdana" panose="020B0604030504040204" pitchFamily="34" charset="0"/>
              </a:rPr>
              <a:t>PROYECTO FINAL</a:t>
            </a:r>
            <a:endParaRPr lang="es-VE" sz="2800" dirty="0"/>
          </a:p>
        </p:txBody>
      </p:sp>
      <p:sp>
        <p:nvSpPr>
          <p:cNvPr id="11" name="Rectángulo 10"/>
          <p:cNvSpPr/>
          <p:nvPr/>
        </p:nvSpPr>
        <p:spPr>
          <a:xfrm>
            <a:off x="8824264" y="5442419"/>
            <a:ext cx="16509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VE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Presentado por</a:t>
            </a:r>
            <a:endParaRPr lang="es-VE" b="1" dirty="0"/>
          </a:p>
        </p:txBody>
      </p:sp>
      <p:sp>
        <p:nvSpPr>
          <p:cNvPr id="12" name="Rectángulo 11"/>
          <p:cNvSpPr/>
          <p:nvPr/>
        </p:nvSpPr>
        <p:spPr>
          <a:xfrm>
            <a:off x="9493381" y="5795051"/>
            <a:ext cx="23447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VE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Hernández, Edelyn</a:t>
            </a:r>
          </a:p>
          <a:p>
            <a:r>
              <a:t>CI: 28109107</a:t>
            </a: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8901" y="186362"/>
            <a:ext cx="1375526" cy="137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5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AGENDA</a:t>
            </a:r>
            <a:endParaRPr lang="es-VE" sz="2400" dirty="0"/>
          </a:p>
        </p:txBody>
      </p:sp>
      <p:sp>
        <p:nvSpPr>
          <p:cNvPr id="7" name="CuadroTexto 6"/>
          <p:cNvSpPr txBox="1"/>
          <p:nvPr/>
        </p:nvSpPr>
        <p:spPr>
          <a:xfrm>
            <a:off x="883767" y="1561672"/>
            <a:ext cx="10323871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Identificar: entradas, procesos y salidas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Ciclo </a:t>
            </a:r>
            <a:r>
              <a:rPr lang="es-VE" sz="2800" dirty="0" smtClean="0"/>
              <a:t>de Vida seleccionado (resumen)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Tecnologías y Herramientas de Desarrollo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Diagrama de Flujo de Datos (DFD)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Diccionario de Datos (DFD)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Diagrama Entidad – Relación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Diccionario de Datos (</a:t>
            </a:r>
            <a:r>
              <a:rPr lang="es-VE" sz="2800" dirty="0"/>
              <a:t>Diagrama </a:t>
            </a:r>
            <a:r>
              <a:rPr lang="es-VE" sz="2800" dirty="0" smtClean="0"/>
              <a:t>E-R)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Interfaces de Entrada / Salida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Demostración de Pruebas al SI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 smtClean="0"/>
              <a:t>Plan de Mantenimiento</a:t>
            </a:r>
          </a:p>
          <a:p>
            <a:pPr marL="539750" indent="-539750">
              <a:buFont typeface="+mj-lt"/>
              <a:buAutoNum type="arabicPeriod"/>
            </a:pPr>
            <a:r>
              <a:rPr lang="es-VE" sz="2800" dirty="0"/>
              <a:t> </a:t>
            </a:r>
            <a:r>
              <a:rPr lang="es-VE" sz="2800" dirty="0" smtClean="0"/>
              <a:t>Personal que participo (soporte - minuta)</a:t>
            </a:r>
            <a:endParaRPr lang="es-VE" sz="2800" dirty="0"/>
          </a:p>
        </p:txBody>
      </p:sp>
    </p:spTree>
    <p:extLst>
      <p:ext uri="{BB962C8B-B14F-4D97-AF65-F5344CB8AC3E}">
        <p14:creationId xmlns:p14="http://schemas.microsoft.com/office/powerpoint/2010/main" val="2563795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ENTRADA – PROCESOS - SALIDAS</a:t>
            </a:r>
            <a:endParaRPr lang="es-VE" sz="2400" dirty="0"/>
          </a:p>
        </p:txBody>
      </p:sp>
      <p:sp>
        <p:nvSpPr>
          <p:cNvPr id="2" name="Rectángulo 1"/>
          <p:cNvSpPr/>
          <p:nvPr/>
        </p:nvSpPr>
        <p:spPr>
          <a:xfrm>
            <a:off x="4214948" y="1680755"/>
            <a:ext cx="3217818" cy="4802777"/>
          </a:xfrm>
          <a:prstGeom prst="rect">
            <a:avLst/>
          </a:prstGeom>
          <a:ln w="28575">
            <a:solidFill>
              <a:srgbClr val="BD36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VE"/>
          </a:p>
        </p:txBody>
      </p:sp>
      <p:sp>
        <p:nvSpPr>
          <p:cNvPr id="3" name="CuadroTexto 2"/>
          <p:cNvSpPr txBox="1"/>
          <p:nvPr/>
        </p:nvSpPr>
        <p:spPr>
          <a:xfrm>
            <a:off x="8151224" y="1219090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/>
              <a:t>SALIDAS</a:t>
            </a:r>
            <a:endParaRPr lang="es-VE" sz="2400" b="1" dirty="0"/>
          </a:p>
        </p:txBody>
      </p:sp>
      <p:sp>
        <p:nvSpPr>
          <p:cNvPr id="7" name="CuadroTexto 6"/>
          <p:cNvSpPr txBox="1"/>
          <p:nvPr/>
        </p:nvSpPr>
        <p:spPr>
          <a:xfrm>
            <a:off x="814252" y="1330839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/>
              <a:t>ENTRADAS</a:t>
            </a:r>
            <a:endParaRPr lang="es-VE" sz="2400" b="1" dirty="0"/>
          </a:p>
        </p:txBody>
      </p:sp>
      <p:sp>
        <p:nvSpPr>
          <p:cNvPr id="8" name="CuadroTexto 7"/>
          <p:cNvSpPr txBox="1"/>
          <p:nvPr/>
        </p:nvSpPr>
        <p:spPr>
          <a:xfrm>
            <a:off x="4515395" y="1750313"/>
            <a:ext cx="24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VE" sz="2400" b="1" dirty="0" smtClean="0">
                <a:solidFill>
                  <a:schemeClr val="bg1"/>
                </a:solidFill>
              </a:rPr>
              <a:t>PROCESOS</a:t>
            </a:r>
            <a:endParaRPr lang="es-VE" sz="2400" b="1" dirty="0">
              <a:solidFill>
                <a:schemeClr val="bg1"/>
              </a:solidFill>
            </a:endParaRPr>
          </a:p>
        </p:txBody>
      </p:sp>
      <p:cxnSp>
        <p:nvCxnSpPr>
          <p:cNvPr id="10" name="Conector recto de flecha 9"/>
          <p:cNvCxnSpPr/>
          <p:nvPr/>
        </p:nvCxnSpPr>
        <p:spPr>
          <a:xfrm>
            <a:off x="635726" y="2364377"/>
            <a:ext cx="3513908" cy="30480"/>
          </a:xfrm>
          <a:prstGeom prst="straightConnector1">
            <a:avLst/>
          </a:prstGeom>
          <a:ln w="38100">
            <a:solidFill>
              <a:srgbClr val="BD3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/>
          <p:cNvCxnSpPr/>
          <p:nvPr/>
        </p:nvCxnSpPr>
        <p:spPr>
          <a:xfrm>
            <a:off x="7432766" y="2379617"/>
            <a:ext cx="3513908" cy="30480"/>
          </a:xfrm>
          <a:prstGeom prst="straightConnector1">
            <a:avLst/>
          </a:prstGeom>
          <a:ln w="38100">
            <a:solidFill>
              <a:srgbClr val="BD36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163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5" name="Rectángulo 4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CICLO DE VIDA SELECCIONADO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867698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TECNOLOGÍAS Y HERRAMIENTAS DE DESARROLLO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5219701" cy="28584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Lenguajes </a:t>
            </a:r>
            <a:r>
              <a:rPr lang="es-VE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 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programación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Frameworks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Frontend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/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Backend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 de Datos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Herramiestas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apoyo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Herramientas compartidas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211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DIAGRAMA DE FLUJO DE DATOS - DFD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75397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DICCIONARIO DE DATOS - DFD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3594316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DIAGRAMA ENTIDAD – RELACIÓN 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1393320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DICCIONARIO DE DATOS - DFD 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2448071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INTERFACES DE ENTRADA / SALIDA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3485243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PRUEBAS  DE SISTEMAS DE INFORMACIÓN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8172451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Pruebas Funcionales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Pruea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No Funcionales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Pruebas Unitarias con 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Github</a:t>
            </a: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VE" sz="28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Copilot</a:t>
            </a:r>
            <a:endParaRPr lang="es-VE" sz="28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2971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PLAN DE MANTENIMIENTO</a:t>
            </a:r>
            <a:endParaRPr lang="es-VE" sz="2400" dirty="0"/>
          </a:p>
        </p:txBody>
      </p:sp>
      <p:sp>
        <p:nvSpPr>
          <p:cNvPr id="4" name="Rectángulo 3"/>
          <p:cNvSpPr/>
          <p:nvPr/>
        </p:nvSpPr>
        <p:spPr>
          <a:xfrm>
            <a:off x="842962" y="1645264"/>
            <a:ext cx="5219701" cy="1936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Correctivo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Adaptativo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Perfectivo</a:t>
            </a:r>
          </a:p>
          <a:p>
            <a:pPr marL="457200" indent="-457200" algn="just">
              <a:lnSpc>
                <a:spcPct val="107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VE" sz="28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Preventivo</a:t>
            </a:r>
          </a:p>
        </p:txBody>
      </p:sp>
    </p:spTree>
    <p:extLst>
      <p:ext uri="{BB962C8B-B14F-4D97-AF65-F5344CB8AC3E}">
        <p14:creationId xmlns:p14="http://schemas.microsoft.com/office/powerpoint/2010/main" val="3232502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/>
        </p:nvSpPr>
        <p:spPr>
          <a:xfrm>
            <a:off x="0" y="0"/>
            <a:ext cx="12192000" cy="503434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PROYECTO FINAL</a:t>
            </a:r>
            <a:endParaRPr lang="es-VE" sz="2400" dirty="0"/>
          </a:p>
        </p:txBody>
      </p:sp>
      <p:sp>
        <p:nvSpPr>
          <p:cNvPr id="3" name="Rectángulo 2"/>
          <p:cNvSpPr/>
          <p:nvPr/>
        </p:nvSpPr>
        <p:spPr>
          <a:xfrm>
            <a:off x="0" y="503434"/>
            <a:ext cx="12192000" cy="55480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VE" sz="2400" dirty="0" smtClean="0"/>
              <a:t>CONCLUSIONES</a:t>
            </a:r>
            <a:endParaRPr lang="es-VE" sz="2400" dirty="0"/>
          </a:p>
        </p:txBody>
      </p:sp>
    </p:spTree>
    <p:extLst>
      <p:ext uri="{BB962C8B-B14F-4D97-AF65-F5344CB8AC3E}">
        <p14:creationId xmlns:p14="http://schemas.microsoft.com/office/powerpoint/2010/main" val="26355130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204</Words>
  <Application>Microsoft Office PowerPoint</Application>
  <PresentationFormat>Panorámica</PresentationFormat>
  <Paragraphs>61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Yaskelly Yedra</dc:creator>
  <cp:lastModifiedBy>Yaskelly Yedra</cp:lastModifiedBy>
  <cp:revision>13</cp:revision>
  <dcterms:created xsi:type="dcterms:W3CDTF">2024-09-12T15:26:05Z</dcterms:created>
  <dcterms:modified xsi:type="dcterms:W3CDTF">2025-10-15T15:27:54Z</dcterms:modified>
</cp:coreProperties>
</file>