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5" r:id="rId4"/>
    <p:sldId id="274" r:id="rId5"/>
    <p:sldId id="266" r:id="rId6"/>
    <p:sldId id="258" r:id="rId7"/>
    <p:sldId id="267" r:id="rId8"/>
    <p:sldId id="268" r:id="rId9"/>
    <p:sldId id="269" r:id="rId10"/>
    <p:sldId id="270" r:id="rId11"/>
    <p:sldId id="271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3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5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14763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595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352610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48371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833601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59592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7703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15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36318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0566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64801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65367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Imagen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65" y="282653"/>
            <a:ext cx="1020690" cy="1246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ángulo 4"/>
          <p:cNvSpPr/>
          <p:nvPr/>
        </p:nvSpPr>
        <p:spPr>
          <a:xfrm>
            <a:off x="3214688" y="259255"/>
            <a:ext cx="51292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UNIVERSIDAD DEL ZULIA           </a:t>
            </a:r>
            <a:endParaRPr lang="es-VE" sz="20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FACULTAD</a:t>
            </a:r>
            <a:r>
              <a:rPr lang="es-VE" sz="2000" spc="-15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</a:t>
            </a:r>
            <a:r>
              <a:rPr lang="es-VE" sz="2000" spc="-3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VE" sz="2000" spc="-2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CIENCIAS</a:t>
            </a:r>
          </a:p>
          <a:p>
            <a:pPr algn="ctr"/>
            <a:r>
              <a:rPr lang="es-VE" sz="2000" dirty="0" smtClean="0"/>
              <a:t>DIVISIÓN DE PROGRAMAS ESPECIALES</a:t>
            </a:r>
            <a:endParaRPr lang="en-US" sz="2000" dirty="0" smtClean="0"/>
          </a:p>
          <a:p>
            <a:pPr algn="ctr"/>
            <a:r>
              <a:rPr lang="es-VE" sz="2000" dirty="0" smtClean="0"/>
              <a:t>LICENCIATURA EN COMPUTACIÓN</a:t>
            </a:r>
            <a:endParaRPr lang="es-VE" sz="2000" dirty="0"/>
          </a:p>
        </p:txBody>
      </p:sp>
      <p:sp>
        <p:nvSpPr>
          <p:cNvPr id="8" name="Rectángulo 7"/>
          <p:cNvSpPr/>
          <p:nvPr/>
        </p:nvSpPr>
        <p:spPr>
          <a:xfrm>
            <a:off x="1807593" y="2190371"/>
            <a:ext cx="851190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44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DESARROLLO DE SISTEMAS</a:t>
            </a:r>
          </a:p>
        </p:txBody>
      </p:sp>
      <p:sp>
        <p:nvSpPr>
          <p:cNvPr id="6" name="Rectángulo 5"/>
          <p:cNvSpPr/>
          <p:nvPr/>
        </p:nvSpPr>
        <p:spPr>
          <a:xfrm>
            <a:off x="4703662" y="3651566"/>
            <a:ext cx="29198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Sistema Financiero</a:t>
            </a:r>
            <a:endParaRPr lang="es-VE" sz="2800" dirty="0"/>
          </a:p>
        </p:txBody>
      </p:sp>
      <p:sp>
        <p:nvSpPr>
          <p:cNvPr id="10" name="Rectángulo 9"/>
          <p:cNvSpPr/>
          <p:nvPr/>
        </p:nvSpPr>
        <p:spPr>
          <a:xfrm>
            <a:off x="5617328" y="6199063"/>
            <a:ext cx="16241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VE" sz="16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PERIODO</a:t>
            </a:r>
            <a:r>
              <a:rPr lang="es-VE" sz="1600" spc="-4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II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- 2026</a:t>
            </a:r>
            <a:endParaRPr lang="es-VE" sz="1600" dirty="0"/>
          </a:p>
        </p:txBody>
      </p:sp>
      <p:sp>
        <p:nvSpPr>
          <p:cNvPr id="9" name="Rectángulo 8"/>
          <p:cNvSpPr/>
          <p:nvPr/>
        </p:nvSpPr>
        <p:spPr>
          <a:xfrm>
            <a:off x="21869" y="2926939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800" dirty="0" smtClean="0">
                <a:latin typeface="Verdana" panose="020B0604030504040204" pitchFamily="34" charset="0"/>
                <a:ea typeface="Verdana" panose="020B0604030504040204" pitchFamily="34" charset="0"/>
              </a:rPr>
              <a:t>PROYECTO FINAL</a:t>
            </a:r>
            <a:endParaRPr lang="es-VE" sz="2800" dirty="0"/>
          </a:p>
        </p:txBody>
      </p:sp>
      <p:sp>
        <p:nvSpPr>
          <p:cNvPr id="11" name="Rectángulo 10"/>
          <p:cNvSpPr/>
          <p:nvPr/>
        </p:nvSpPr>
        <p:spPr>
          <a:xfrm>
            <a:off x="8824264" y="5442419"/>
            <a:ext cx="1650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Presentado por</a:t>
            </a:r>
            <a:endParaRPr lang="es-VE" b="1" dirty="0"/>
          </a:p>
        </p:txBody>
      </p:sp>
      <p:sp>
        <p:nvSpPr>
          <p:cNvPr id="12" name="Rectángulo 11"/>
          <p:cNvSpPr/>
          <p:nvPr/>
        </p:nvSpPr>
        <p:spPr>
          <a:xfrm>
            <a:off x="9493381" y="5795051"/>
            <a:ext cx="23447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VE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Hernández, Edelyn</a:t>
            </a:r>
          </a:p>
          <a:p>
            <a:r>
              <a:t>CI: 28109107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8901" y="186362"/>
            <a:ext cx="1375526" cy="137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AGENDA</a:t>
            </a:r>
            <a:endParaRPr lang="es-VE" sz="2400" dirty="0"/>
          </a:p>
        </p:txBody>
      </p:sp>
      <p:sp>
        <p:nvSpPr>
          <p:cNvPr id="7" name="CuadroTexto 6"/>
          <p:cNvSpPr txBox="1"/>
          <p:nvPr/>
        </p:nvSpPr>
        <p:spPr>
          <a:xfrm>
            <a:off x="883767" y="1561672"/>
            <a:ext cx="1032387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Identificar: entradas, procesos y salidas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Ciclo </a:t>
            </a:r>
            <a:r>
              <a:rPr lang="es-VE" sz="2800" dirty="0" smtClean="0"/>
              <a:t>de Vida seleccionado (resumen)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Tecnologías y Herramientas de Desarrollo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de Flujo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Entidad – Relación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</a:t>
            </a:r>
            <a:r>
              <a:rPr lang="es-VE" sz="2800" dirty="0"/>
              <a:t>Diagrama </a:t>
            </a:r>
            <a:r>
              <a:rPr lang="es-VE" sz="2800" dirty="0" smtClean="0"/>
              <a:t>E-R)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Interfaces de Entrada / Salida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Demostración de Pruebas al SI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Plan de Mantenimiento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/>
              <a:t> </a:t>
            </a:r>
            <a:r>
              <a:rPr lang="es-VE" sz="2800" dirty="0" smtClean="0"/>
              <a:t>Personal que participo (soporte - minuta)</a:t>
            </a:r>
            <a:endParaRPr lang="es-VE" sz="2800" dirty="0"/>
          </a:p>
        </p:txBody>
      </p:sp>
    </p:spTree>
    <p:extLst>
      <p:ext uri="{BB962C8B-B14F-4D97-AF65-F5344CB8AC3E}">
        <p14:creationId xmlns:p14="http://schemas.microsoft.com/office/powerpoint/2010/main" val="2563795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ENTRADA – PROCESOS - SALIDAS</a:t>
            </a:r>
            <a:endParaRPr lang="es-VE" sz="2400" dirty="0"/>
          </a:p>
        </p:txBody>
      </p:sp>
      <p:sp>
        <p:nvSpPr>
          <p:cNvPr id="2" name="Rectángulo 1"/>
          <p:cNvSpPr/>
          <p:nvPr/>
        </p:nvSpPr>
        <p:spPr>
          <a:xfrm>
            <a:off x="4214948" y="1680755"/>
            <a:ext cx="3217818" cy="4802777"/>
          </a:xfrm>
          <a:prstGeom prst="rect">
            <a:avLst/>
          </a:prstGeom>
          <a:ln w="28575">
            <a:solidFill>
              <a:srgbClr val="BD36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VE"/>
          </a:p>
          <a:p>
            <a:pPr>
              <a:spcAft>
                <a:spcPts val="800"/>
              </a:spcAft>
              <a:defRPr sz="1400" b="1">
                <a:solidFill>
                  <a:srgbClr val="000000"/>
                </a:solidFill>
              </a:defRPr>
            </a:pPr>
            <a:r>
              <a:t>PROCESOS</a:t>
            </a:r>
          </a:p>
          <a:p>
            <a:pPr>
              <a:spcAft>
                <a:spcPts val="400"/>
              </a:spcAft>
              <a:defRPr sz="1100"/>
            </a:pPr>
            <a:r>
              <a:t>• Control de inventario (entradas, salidas, ajustes)</a:t>
            </a:r>
          </a:p>
          <a:p>
            <a:pPr>
              <a:spcAft>
                <a:spcPts val="400"/>
              </a:spcAft>
              <a:defRPr sz="1100"/>
            </a:pPr>
            <a:r>
              <a:t>• Gestión de ventas (totales, pagos mixtos VES/USD)</a:t>
            </a:r>
          </a:p>
          <a:p>
            <a:pPr>
              <a:spcAft>
                <a:spcPts val="400"/>
              </a:spcAft>
              <a:defRPr sz="1100"/>
            </a:pPr>
            <a:r>
              <a:t>• Autenticación con bcrypt</a:t>
            </a:r>
          </a:p>
          <a:p>
            <a:pPr>
              <a:spcAft>
                <a:spcPts val="400"/>
              </a:spcAft>
              <a:defRPr sz="1100"/>
            </a:pPr>
            <a:r>
              <a:t>• Generación de reportes diarios</a:t>
            </a:r>
          </a:p>
          <a:p>
            <a:pPr>
              <a:spcAft>
                <a:spcPts val="400"/>
              </a:spcAft>
              <a:defRPr sz="1100"/>
            </a:pPr>
            <a:r>
              <a:t>• Consulta automática de tasas BCV</a:t>
            </a:r>
          </a:p>
          <a:p>
            <a:pPr>
              <a:spcAft>
                <a:spcPts val="400"/>
              </a:spcAft>
              <a:defRPr sz="1100"/>
            </a:pPr>
            <a:r>
              <a:t>• Alertas de stock bajo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8151224" y="1219090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SALIDAS</a:t>
            </a:r>
            <a:endParaRPr lang="es-VE" sz="2400" b="1" dirty="0"/>
          </a:p>
          <a:p>
            <a:pPr>
              <a:spcAft>
                <a:spcPts val="400"/>
              </a:spcAft>
              <a:defRPr sz="1100"/>
            </a:pPr>
            <a:r>
              <a:t>• Facturas detalladas de venta</a:t>
            </a:r>
          </a:p>
          <a:p>
            <a:pPr>
              <a:spcAft>
                <a:spcPts val="400"/>
              </a:spcAft>
              <a:defRPr sz="1100"/>
            </a:pPr>
            <a:r>
              <a:t>• Reportes diarios exportables a Excel</a:t>
            </a:r>
          </a:p>
          <a:p>
            <a:pPr>
              <a:spcAft>
                <a:spcPts val="400"/>
              </a:spcAft>
              <a:defRPr sz="1100"/>
            </a:pPr>
            <a:r>
              <a:t>• Dashboard con resumen de ventas y stock</a:t>
            </a:r>
          </a:p>
          <a:p>
            <a:pPr>
              <a:spcAft>
                <a:spcPts val="400"/>
              </a:spcAft>
              <a:defRPr sz="1100"/>
            </a:pPr>
            <a:r>
              <a:t>• Alertas visuales de inventario</a:t>
            </a:r>
          </a:p>
          <a:p>
            <a:pPr>
              <a:spcAft>
                <a:spcPts val="400"/>
              </a:spcAft>
              <a:defRPr sz="1100"/>
            </a:pPr>
            <a:r>
              <a:t>• Historial de movimientos y ventas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814252" y="1330839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ENTRADAS</a:t>
            </a:r>
            <a:endParaRPr lang="es-VE" sz="2400" b="1" dirty="0"/>
          </a:p>
          <a:p>
            <a:pPr>
              <a:spcAft>
                <a:spcPts val="400"/>
              </a:spcAft>
              <a:defRPr sz="1100"/>
            </a:pPr>
            <a:r>
              <a:t>• Datos de productos (nombre, categoría, precio, stock)</a:t>
            </a:r>
          </a:p>
          <a:p>
            <a:pPr>
              <a:spcAft>
                <a:spcPts val="400"/>
              </a:spcAft>
              <a:defRPr sz="1100"/>
            </a:pPr>
            <a:r>
              <a:t>• Registro de ventas (productos, cantidades, pagos)</a:t>
            </a:r>
          </a:p>
          <a:p>
            <a:pPr>
              <a:spcAft>
                <a:spcPts val="400"/>
              </a:spcAft>
              <a:defRPr sz="1100"/>
            </a:pPr>
            <a:r>
              <a:t>• Credenciales de usuarios</a:t>
            </a:r>
          </a:p>
          <a:p>
            <a:pPr>
              <a:spcAft>
                <a:spcPts val="400"/>
              </a:spcAft>
              <a:defRPr sz="1100"/>
            </a:pPr>
            <a:r>
              <a:t>• Tasas de cambio desde BCV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4515395" y="1750313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>
                <a:solidFill>
                  <a:schemeClr val="bg1"/>
                </a:solidFill>
              </a:rPr>
              <a:t>PROCESOS</a:t>
            </a:r>
            <a:endParaRPr lang="es-VE" sz="2400" b="1" dirty="0">
              <a:solidFill>
                <a:schemeClr val="bg1"/>
              </a:solidFill>
            </a:endParaRPr>
          </a:p>
        </p:txBody>
      </p:sp>
      <p:cxnSp>
        <p:nvCxnSpPr>
          <p:cNvPr id="10" name="Conector recto de flecha 9"/>
          <p:cNvCxnSpPr/>
          <p:nvPr/>
        </p:nvCxnSpPr>
        <p:spPr>
          <a:xfrm>
            <a:off x="635726" y="236437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/>
          <p:cNvCxnSpPr/>
          <p:nvPr/>
        </p:nvCxnSpPr>
        <p:spPr>
          <a:xfrm>
            <a:off x="7432766" y="237961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163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CICLO DE VIDA SELECCIONADO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867698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TECNOLOGÍAS Y HERRAMIENTAS DE DESARROLLO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28584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Lenguajes </a:t>
            </a:r>
            <a:r>
              <a:rPr lang="es-VE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 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programación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Frameworks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Frontend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/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Backend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 de Datos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Herramiestas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apoyo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Herramientas compartidas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11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DE FLUJO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75397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594316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ENTIDAD – RELACIÓN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393320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448071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INTERFACES DE ENTRADA / SALIDA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485243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PRUEBAS  DE SISTEMAS DE INFORMACIÓN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8172451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Pruea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No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Unitarias con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Github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Copilot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971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PLAN DE MANTENIMIENTO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1936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Adaptativo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Perfectivo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Preventivo</a:t>
            </a:r>
          </a:p>
        </p:txBody>
      </p:sp>
    </p:spTree>
    <p:extLst>
      <p:ext uri="{BB962C8B-B14F-4D97-AF65-F5344CB8AC3E}">
        <p14:creationId xmlns:p14="http://schemas.microsoft.com/office/powerpoint/2010/main" val="3232502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CONCLUSIONES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6355130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204</Words>
  <Application>Microsoft Office PowerPoint</Application>
  <PresentationFormat>Panorámica</PresentationFormat>
  <Paragraphs>61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Yaskelly Yedra</dc:creator>
  <cp:lastModifiedBy>Yaskelly Yedra</cp:lastModifiedBy>
  <cp:revision>13</cp:revision>
  <dcterms:created xsi:type="dcterms:W3CDTF">2024-09-12T15:26:05Z</dcterms:created>
  <dcterms:modified xsi:type="dcterms:W3CDTF">2025-10-15T15:27:54Z</dcterms:modified>
</cp:coreProperties>
</file>