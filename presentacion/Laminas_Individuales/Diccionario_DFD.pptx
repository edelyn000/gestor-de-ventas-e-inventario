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48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ENTIDADES EXTERNAS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EN_E1_Administr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EN_E2_Vended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EN_E3_Clien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35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PROCESOS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P0_Sistema_Gestion_Inventario_Finanz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P1_Gestionar_Invent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P2_Procesar_Vent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35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PROCESOS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P3_Registrar_Comp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P4_Actualizar_Tasa_BC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P5_Generar_Repor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851100"/>
            <a:ext cx="4445050" cy="2140148"/>
          </a:xfrm>
          <a:prstGeom prst="rect">
            <a:avLst/>
          </a:prstGeom>
        </p:spPr>
      </p:pic>
      <p:pic>
        <p:nvPicPr>
          <p:cNvPr id="12" name="Image 4" descr="C:/Users/edeli/Desktop/sistema_finacieron/presentacion/img/P6_Gestionar_Usuari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851100"/>
            <a:ext cx="4445050" cy="21401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4202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ALMACENES DE DATOS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AL_D1_Produ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AL_D2_Ven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AL_D3_Movimiento_Invent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4202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ALMACENES DE DATOS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AL_D4_Tasas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AL_D5_Repor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AL_D6_Usu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67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FLUJOS DE DATOS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FD_FD1_Datos_de_Ven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FD_FD2_Datos_de_Invent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FD_FD3_Datos_de_Comp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67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FLUJOS DE DATOS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FD_FD4_Tasa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FD_FD5_Reportes_Generad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FD_FD6_Datos_de_Usu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Diccionario de Datos DFD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