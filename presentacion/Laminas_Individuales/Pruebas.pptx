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706296" y="1952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35453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DE SISTEMAS DE INFORMACIÓN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79350" y="1041350"/>
            <a:ext cx="8585299" cy="793700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303163" y="1041350"/>
            <a:ext cx="0" cy="793700"/>
          </a:xfrm>
          <a:prstGeom prst="line">
            <a:avLst/>
          </a:prstGeom>
          <a:noFill/>
          <a:ln w="47625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3926" y="1168301"/>
            <a:ext cx="8449449" cy="5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Funcionales (POS e Inventario):</a:t>
            </a:r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Verificación completa del registro de ventas en bolívares y dólares, validando el cálculo exacto del cambio a entregar y el decremento inmediato en el almacén de stock.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79350" y="1911251"/>
            <a:ext cx="8585299" cy="793700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303163" y="1911251"/>
            <a:ext cx="0" cy="793700"/>
          </a:xfrm>
          <a:prstGeom prst="line">
            <a:avLst/>
          </a:prstGeom>
          <a:noFill/>
          <a:ln w="47625">
            <a:solidFill>
              <a:srgbClr val="C9A8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3926" y="2038201"/>
            <a:ext cx="8449449" cy="5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No Funcionales (Seguridad y Rendimiento):</a:t>
            </a:r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Hasheo de contraseñas de usuarios con bcrypt para impedir lecturas en texto plano en la BD. Validación de tiempos de respuesta menores a 100ms en la UI ante búsquedas en caliente.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79350" y="2781151"/>
            <a:ext cx="8585299" cy="1024235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303163" y="2781151"/>
            <a:ext cx="0" cy="1024235"/>
          </a:xfrm>
          <a:prstGeom prst="line">
            <a:avLst/>
          </a:prstGeom>
          <a:noFill/>
          <a:ln w="47625">
            <a:solidFill>
              <a:srgbClr val="C9A8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3926" y="2908102"/>
            <a:ext cx="8449449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Unitarias y de UI Automatizadas (pytest):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3926" y="3138785"/>
            <a:ext cx="8283773" cy="5651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la Suite: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172 tests unitarios ejecutados mediante integración continua.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de Interfaz (pytest-qt):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36 pruebas automatizadas de UI que simulan las acciones físicas del cajero (tipeo, selección y clics) y validan que las pantallas reaccionen correctamente sin fallas.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Pruebas</dc:title>
  <dc:subject>PptxGenJS Presentation</dc:subject>
  <dc:creator>Hernández, Edelyn</dc:creator>
  <cp:lastModifiedBy>Hernández, Edelyn</cp:lastModifiedBy>
  <cp:revision>1</cp:revision>
  <dcterms:created xsi:type="dcterms:W3CDTF">2026-07-22T03:01:51Z</dcterms:created>
  <dcterms:modified xsi:type="dcterms:W3CDTF">2026-07-22T03:01:51Z</dcterms:modified>
</cp:coreProperties>
</file>