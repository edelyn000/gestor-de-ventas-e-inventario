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88850"/>
            <a:ext cx="355550" cy="355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901" y="147638"/>
            <a:ext cx="182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706296" y="195263"/>
            <a:ext cx="2521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533400"/>
            <a:ext cx="9144000" cy="35555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611088"/>
            <a:ext cx="27813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ENTIDAD – RELACIÓN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888950"/>
            <a:ext cx="9144000" cy="40768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C:/Users/edeli/Desktop/sistema_finacieron/presentacion/img/diagrama_entidad_relac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2937" y="1135707"/>
            <a:ext cx="3577977" cy="35833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0" y="4965799"/>
            <a:ext cx="9144000" cy="177701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152400" y="50070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7623125" y="50070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63550"/>
            <a:ext cx="253901" cy="2539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251" y="104775"/>
            <a:ext cx="13703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706296" y="119063"/>
            <a:ext cx="2521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381000"/>
            <a:ext cx="9144000" cy="253901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431750"/>
            <a:ext cx="25191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DICCIONARIO DE DATOS (E-R) — 1/2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0" y="634901"/>
            <a:ext cx="9144000" cy="43816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C:/Users/edeli/Desktop/sistema_finacieron/presentacion/img/DB_PRODUCT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660202"/>
            <a:ext cx="4445050" cy="2140148"/>
          </a:xfrm>
          <a:prstGeom prst="rect">
            <a:avLst/>
          </a:prstGeom>
        </p:spPr>
      </p:pic>
      <p:pic>
        <p:nvPicPr>
          <p:cNvPr id="10" name="Image 2" descr="C:/Users/edeli/Desktop/sistema_finacieron/presentacion/img/DB_VENTA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750" y="660202"/>
            <a:ext cx="4445050" cy="2140148"/>
          </a:xfrm>
          <a:prstGeom prst="rect">
            <a:avLst/>
          </a:prstGeom>
        </p:spPr>
      </p:pic>
      <p:pic>
        <p:nvPicPr>
          <p:cNvPr id="11" name="Image 3" descr="C:/Users/edeli/Desktop/sistema_finacieron/presentacion/img/DB_VENTA_DETALL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2851100"/>
            <a:ext cx="4445050" cy="2140148"/>
          </a:xfrm>
          <a:prstGeom prst="rect">
            <a:avLst/>
          </a:prstGeom>
        </p:spPr>
      </p:pic>
      <p:pic>
        <p:nvPicPr>
          <p:cNvPr id="12" name="Image 4" descr="C:/Users/edeli/Desktop/sistema_finacieron/presentacion/img/DB_MOV_INVENTARI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2750" y="2851100"/>
            <a:ext cx="4445050" cy="214014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0" y="5016550"/>
            <a:ext cx="9144000" cy="126950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7"/>
          <p:cNvSpPr/>
          <p:nvPr/>
        </p:nvSpPr>
        <p:spPr>
          <a:xfrm>
            <a:off x="152400" y="50323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5" name="Text 8"/>
          <p:cNvSpPr/>
          <p:nvPr/>
        </p:nvSpPr>
        <p:spPr>
          <a:xfrm>
            <a:off x="7623125" y="50323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63550"/>
            <a:ext cx="253901" cy="2539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251" y="104775"/>
            <a:ext cx="13703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706296" y="119063"/>
            <a:ext cx="2521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381000"/>
            <a:ext cx="9144000" cy="253901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431750"/>
            <a:ext cx="25191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DICCIONARIO DE DATOS (E-R) — 2/2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0" y="634901"/>
            <a:ext cx="9144000" cy="43816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C:/Users/edeli/Desktop/sistema_finacieron/presentacion/img/DB_TASAS_CAMBI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660202"/>
            <a:ext cx="4445050" cy="2140148"/>
          </a:xfrm>
          <a:prstGeom prst="rect">
            <a:avLst/>
          </a:prstGeom>
        </p:spPr>
      </p:pic>
      <p:pic>
        <p:nvPicPr>
          <p:cNvPr id="10" name="Image 2" descr="C:/Users/edeli/Desktop/sistema_finacieron/presentacion/img/DB_USUARIO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750" y="660202"/>
            <a:ext cx="4445050" cy="2140148"/>
          </a:xfrm>
          <a:prstGeom prst="rect">
            <a:avLst/>
          </a:prstGeom>
        </p:spPr>
      </p:pic>
      <p:pic>
        <p:nvPicPr>
          <p:cNvPr id="11" name="Image 3" descr="C:/Users/edeli/Desktop/sistema_finacieron/presentacion/img/DB_REPORTES_DIARIO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4100" y="2851100"/>
            <a:ext cx="4495800" cy="214014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0" y="5016550"/>
            <a:ext cx="9144000" cy="126950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7"/>
          <p:cNvSpPr/>
          <p:nvPr/>
        </p:nvSpPr>
        <p:spPr>
          <a:xfrm>
            <a:off x="152400" y="50323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4" name="Text 8"/>
          <p:cNvSpPr/>
          <p:nvPr/>
        </p:nvSpPr>
        <p:spPr>
          <a:xfrm>
            <a:off x="7623125" y="50323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Diagrama E-R y Diccionario</dc:title>
  <dc:subject>PptxGenJS Presentation</dc:subject>
  <dc:creator>Hernández, Edelyn</dc:creator>
  <cp:lastModifiedBy>Hernández, Edelyn</cp:lastModifiedBy>
  <cp:revision>1</cp:revision>
  <dcterms:created xsi:type="dcterms:W3CDTF">2026-07-22T03:01:51Z</dcterms:created>
  <dcterms:modified xsi:type="dcterms:W3CDTF">2026-07-22T03:01:51Z</dcterms:modified>
</cp:coreProperties>
</file>