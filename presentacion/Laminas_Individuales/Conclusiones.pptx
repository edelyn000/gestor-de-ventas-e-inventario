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13565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9350" y="1117550"/>
            <a:ext cx="4281348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del Proyecto: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9350" y="1344216"/>
            <a:ext cx="4197400" cy="184993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 Transaccional Bimonetaria: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resuelve la complejidad del cobro multimoneda en bolívares y dólares mediante consulta automática de la tasa BCV diaria.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de Inventarios Rigurosa: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bitácora detallada de movimientos reduce pérdidas de stock inexplicables por merma.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Certificada en Código: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implementación de 172 pruebas garantiza robustez contable en producción.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667250" y="1117550"/>
            <a:ext cx="4281348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 para el Negocio: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67250" y="1344216"/>
            <a:ext cx="4197400" cy="16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Impresión de Facturas Física: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el soporte de tickeras de 80mm para entregar recibos rápidos en el POS.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de Cuentas por Pagar: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Agregar control de deudas para gestionar compras a crédito de proveedores.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Centralización Sincronizada: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Migrar la base de datos a PostgreSQL en un servidor en la nube si el abasto se expande a múltiples tiendas físicas.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Conclusiones</dc:title>
  <dc:subject>PptxGenJS Presentation</dc:subject>
  <dc:creator>Hernández, Edelyn</dc:creator>
  <cp:lastModifiedBy>Hernández, Edelyn</cp:lastModifiedBy>
  <cp:revision>1</cp:revision>
  <dcterms:created xsi:type="dcterms:W3CDTF">2026-07-22T03:01:51Z</dcterms:created>
  <dcterms:modified xsi:type="dcterms:W3CDTF">2026-07-22T03:01:51Z</dcterms:modified>
</cp:coreProperties>
</file>