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C:/Users/edeli/Desktop/sistema_finacieron/presentacion/img/escudo_f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88850"/>
            <a:ext cx="355550" cy="355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901" y="147638"/>
            <a:ext cx="182696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FINAL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706296" y="195263"/>
            <a:ext cx="2521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0" y="533400"/>
            <a:ext cx="9144000" cy="355550"/>
          </a:xfrm>
          <a:prstGeom prst="rect">
            <a:avLst/>
          </a:prstGeom>
          <a:solidFill>
            <a:srgbClr val="C9A84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90500" y="611088"/>
            <a:ext cx="2204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888950"/>
            <a:ext cx="9144000" cy="407684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9350" y="1041350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03163" y="1041350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3926" y="1168301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Correctivo (Resolución de fallas):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Implementación de bitácoras de logs automáticos localizadas en 'logs/'. Registra conexiones con el BCV y fallas internas del sistema PyQt6 para reparaciones inmediatas.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9350" y="2091184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303163" y="2091184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926" y="2218134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Adaptativo (Cambios del entorno):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Integración de Alembic para realizar migraciones de esquemas en la base de datos local SQLite, permitiendo agregar columnas y tablas en el futuro sin borrar las ventas anteriores.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667250" y="1041350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91063" y="1041350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1825" y="1168301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Perfectivo (Nuevas funcionalidades):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Planificación de mejoras del software como impresión de tickets en impresoras térmicas de 80mm y soporte de cuentas por pagar a proveedores.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67250" y="2091184"/>
            <a:ext cx="4197400" cy="973634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4691063" y="2091184"/>
            <a:ext cx="0" cy="973634"/>
          </a:xfrm>
          <a:prstGeom prst="line">
            <a:avLst/>
          </a:prstGeom>
          <a:noFill/>
          <a:ln w="47625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1825" y="2218134"/>
            <a:ext cx="3973791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Mantenimiento Preventivo (Protección de datos):</a:t>
            </a:r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endParaRPr lang="en-US" sz="1050" dirty="0"/>
          </a:p>
          <a:p>
            <a:pPr algn="l" indent="0" marL="0">
              <a:lnSpc>
                <a:spcPts val="1418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Copias de seguridad diarias del archivo físico único 'database/database.db' de manera automatizada hacia una unidad de almacenamiento externa o nube privada.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0" y="4965799"/>
            <a:ext cx="9144000" cy="177701"/>
          </a:xfrm>
          <a:prstGeom prst="rect">
            <a:avLst/>
          </a:prstGeom>
          <a:solidFill>
            <a:srgbClr val="F5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52400" y="5007025"/>
            <a:ext cx="7758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Financiero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623125" y="5007025"/>
            <a:ext cx="13958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Hernández, Edelyn - CI: 28109107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Mantenimiento</dc:title>
  <dc:subject>PptxGenJS Presentation</dc:subject>
  <dc:creator>Hernández, Edelyn</dc:creator>
  <cp:lastModifiedBy>Hernández, Edelyn</cp:lastModifiedBy>
  <cp:revision>1</cp:revision>
  <dcterms:created xsi:type="dcterms:W3CDTF">2026-07-22T03:01:51Z</dcterms:created>
  <dcterms:modified xsi:type="dcterms:W3CDTF">2026-07-22T03:01:51Z</dcterms:modified>
</cp:coreProperties>
</file>