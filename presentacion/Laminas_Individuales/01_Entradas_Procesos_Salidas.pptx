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31526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 → PROCESOS → SALIDAS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041350"/>
            <a:ext cx="2108150" cy="3772049"/>
          </a:xfrm>
          <a:prstGeom prst="roundRect">
            <a:avLst>
              <a:gd name="adj" fmla="val 2410"/>
            </a:avLst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61800" y="1117550"/>
            <a:ext cx="1943252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0851" y="1377702"/>
            <a:ext cx="1905149" cy="341590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producto (nombre, categoría, precio, stock mínimo)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cantidades (stock inicial, movimientos)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precio (VES o USD)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tipos de pago (efectivo BS/USD, pago móvil, tarjeta, bio-pago)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usuarios (credenciales)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de compra/venta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del día (tasa BCV automática)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Movimientos de inventario (compras, ajustes, mermas, devoluciones)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539901" y="2773114"/>
            <a:ext cx="233172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920901" y="1041350"/>
            <a:ext cx="3302198" cy="3772049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017368" y="1117550"/>
            <a:ext cx="310926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047851" y="1377702"/>
            <a:ext cx="3048298" cy="333717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existencia del producto e inventario suficiente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precio USD a bolívares (tasa BCV)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total de venta (subtotales + total)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tipo de pago (5 métodos, pagos mixtos VES/USD)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tasa BCV aplicada en la venta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inventario con auditoría de movimientos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factura (FAC-YYYYMMDD-NNN)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Autenticar usuarios con bcrypt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completo de productos (crear, editar, eliminar)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inventario (compra, venta, merma, ajuste, devolución)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reporte diario consolidado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reporte a Excel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375499" y="2773114"/>
            <a:ext cx="233172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756499" y="1041350"/>
            <a:ext cx="2108150" cy="3772049"/>
          </a:xfrm>
          <a:prstGeom prst="roundRect">
            <a:avLst>
              <a:gd name="adj" fmla="val 2410"/>
            </a:avLst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838949" y="1117550"/>
            <a:ext cx="1943252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0" y="1377702"/>
            <a:ext cx="1905149" cy="398100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Comprobante de venta: productos, precio BCV, tipo de pago, tasa aplicada, fecha/hora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 detallada con formato FAC-YYYYMMDD-NNN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Inventarios actualizados por producto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diarios consolidados (ventas, movimientos, tasas)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exportable a Excel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ventas hoy, stock bajo, sin stock, tasa BCV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productos con alerta de stock bajo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completo de ventas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visuales de stock bajo / sin stock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Entradas, Procesos y Salidas</dc:title>
  <dc:subject>PptxGenJS Presentation</dc:subject>
  <dc:creator>Hernández, Edelyn</dc:creator>
  <cp:lastModifiedBy>Hernández, Edelyn</cp:lastModifiedBy>
  <cp:revision>1</cp:revision>
  <dcterms:created xsi:type="dcterms:W3CDTF">2026-07-22T03:01:51Z</dcterms:created>
  <dcterms:modified xsi:type="dcterms:W3CDTF">2026-07-22T03:01:51Z</dcterms:modified>
</cp:coreProperties>
</file>