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650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SELECCIONADO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Seleccionada: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56866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Llorens Fábregas (II) (Modelo Cascada/Secuencial). Seleccionado por su estructura predecible para proyectos de mediana complejidad con requisitos predefinidos.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9350" y="1972866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Actual en el Abasto: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9350" y="2199531"/>
            <a:ext cx="4197400" cy="770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Inexistencia de un control de inventario sistemático.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tiempo en cálculos manuales de conversión VES / USD.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 para auditar y controlar el total de las ventas diarias.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9350" y="3046065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y Desventajas: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350" y="3272730"/>
            <a:ext cx="4197400" cy="770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Gestión ordenada por fases secuenciales y requisitos estables.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Énfasis en diseño de BD para evitar fallas a largo plazo.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Feedback tardío del cliente (mitigado con un robusto plan de pruebas previo al despliegue).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del Ciclo de Vida Aplicadas: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7250" y="1356866"/>
            <a:ext cx="4281348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Requisitos: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necesidades: registro diario de ventas, alertas de stock bajo, cálculo bimonetario con tasa del día y actualización de inventario por compras.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7250" y="212734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Análisis y Diseño: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los procesos manuales del abasto a un menú interactivo simple (CRUD de productos, facturación, tasa y reporte diario).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7250" y="271789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Construcción: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del esquema relacional de base de datos SQLite y codificación de las interfaces en PyQt6.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7250" y="330844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Pruebas y Mantenimiento: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la conversión de monedas, registro contable correcto y monitoreo continuo de fallas en el local comercial.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Ciclo de Vida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