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47300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0 (Contexto)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0_Contex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66" y="1041350"/>
            <a:ext cx="4525268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841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074" y="1041350"/>
            <a:ext cx="319370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7219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(Gestión de Inventario)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1_Gestionar_Invent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23" y="1041350"/>
            <a:ext cx="427315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310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(Procesar Ventas)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2_Procesar_Ven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69" y="1041350"/>
            <a:ext cx="820891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625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(Actualizar Tasa BCV)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3_Actualizar_Tasa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50" y="1506438"/>
            <a:ext cx="8585299" cy="2841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422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(Generar Reportes)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5_Generar_Repo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50" y="1096566"/>
            <a:ext cx="8585299" cy="36614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553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(Gestionar Usuarios)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6_Gestionar_Usuar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67" y="1041350"/>
            <a:ext cx="7979718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de Flujo de Datos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