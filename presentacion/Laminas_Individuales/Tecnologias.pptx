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42843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HERRAMIENTAS DE DESARROLLO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117550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Lenguajes de Programación: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9350" y="1356866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&gt;=3.14: Desarrollo moderno, rápido, con tipado estático y alta legibilidad.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9350" y="1792932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Frontend / Backend: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9350" y="2032248"/>
            <a:ext cx="4300779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PyQt6 (&gt;=6.11): Biblioteca industrial de interfaz gráfica de escritorio. Proporciona controles reactivos, layouts dinámicos y procesamiento multihilo.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79350" y="2648248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9350" y="2887563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SQLite: Base de datos relacional ligera, embebida y de archivo único. No requiere administración de servidores externos.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9350" y="3298180"/>
            <a:ext cx="4300779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SQLModel (&gt;=0.0.38): ORM híbrido (hijo de Pydantic y SQLAlchemy) que unifica el tipado de Python con el esquema de tablas SQL.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48200" y="1117550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Apoyo e Integración: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48200" y="1344216"/>
            <a:ext cx="4216450" cy="975568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scraper-bcv: Consulta de tasas BCV del día en tiempo real.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bcrypt: Hasheo seguro y encriptación de claves de usuario.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openpyxl: Generación programática de informes en Excel.</a:t>
            </a:r>
            <a:endParaRPr lang="en-US" sz="1050" dirty="0"/>
          </a:p>
          <a:p>
            <a:pPr algn="l" marL="114300" indent="-114300">
              <a:lnSpc>
                <a:spcPts val="1418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pPr algn="l" indent="0" marL="0">
              <a:lnSpc>
                <a:spcPts val="1418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pyqtgraph: Renderizado rápido de gráficos de ventas semanales.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48200" y="2395984"/>
            <a:ext cx="4300779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Compartidas y Calidad: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48200" y="2635300"/>
            <a:ext cx="430077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y pytest-qt (Pruebas unitarias/UI), Ruff (Linter) y Mypy (Tipos).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Tecnologías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