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29778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DE ENTRADA / SALIDA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350" y="1117550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de Entrada de Datos: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9350" y="1344216"/>
            <a:ext cx="4197400" cy="184993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Ventana de Login (Entrada):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credenciales de usuario y restringe accesos no autorizados mediante bcrypt.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Producto (Entrada):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ingresar y editar códigos, nombres, categorías, precios bimonetarios y stock inicial de mercancía.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Venta / POS (Entrada):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interactivo donde se escanean productos, se introduce la tasa de cambio y se desglosa el monto cobrado por cada método de pago.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667250" y="1117550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de Salida (Informes y Consultas):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67250" y="1344216"/>
            <a:ext cx="4197400" cy="184993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/ Pantalla de Inicio (Salida):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 con totales de venta en VES y USD, indicador reactivo de tasa BCV y gráfico dinámico de ventas semanales (pyqtgraph).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de Stock Bajo (Salida):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del inventario resalta automáticamente en color de advertencia los productos con stock inferior al mínimo.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 Cierre Diario en Excel (Salida):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y descarga de archivo de hoja de cálculo formateado con resúmenes por método de pago para control administrativo.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Interfaces</dc:title>
  <dc:subject>PptxGenJS Presentation</dc:subject>
  <dc:creator>Hernández, Edelyn</dc:creator>
  <cp:lastModifiedBy>Hernández, Edelyn</cp:lastModifiedBy>
  <cp:revision>1</cp:revision>
  <dcterms:created xsi:type="dcterms:W3CDTF">2026-07-22T03:01:51Z</dcterms:created>
  <dcterms:modified xsi:type="dcterms:W3CDTF">2026-07-22T03:01:51Z</dcterms:modified>
</cp:coreProperties>
</file>